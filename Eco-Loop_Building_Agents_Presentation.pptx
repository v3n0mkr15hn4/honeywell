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300" r:id="rId4"/>
    <p:sldId id="290" r:id="rId5"/>
    <p:sldId id="293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Eco-Loop Building Agents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1203454"/>
            <a:ext cx="10996867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Eco-Loop Building Agents: Safe LLM-Supervised EnergyPlus Control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Buildings / Energy Optimization / Physical AI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Name: Vasanth Krishna V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ID: 127157059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Eco-Loop Building Agents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250950"/>
            <a:ext cx="11460480" cy="2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lnSpcReduction="10000"/>
          </a:bodyPr>
          <a:lstStyle/>
          <a:p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AI-supervised closed-loop EnergyPlus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EnergyPlus acts as the digital building sandbox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NVIDIA NIM (Llama 3 </a:t>
            </a:r>
            <a:r>
              <a:rPr lang="en-US" sz="2200">
                <a:latin typeface="Arial" pitchFamily="34" charset="0"/>
                <a:cs typeface="Arial" pitchFamily="34" charset="0"/>
              </a:rPr>
              <a:t>Nemotron)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ranks safe supervisory policies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Deterministic controller converts selected policy into actuator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Safety layer prevents unsafe setpoints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" name="Mini 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08588"/>
            <a:ext cx="10992000" cy="250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Detailed Explanation &amp; Innovation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150950"/>
            <a:ext cx="1146048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EnergyPlus Runtime API used for live sensor feedback and actuator injection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Proven actuator: System Node Setpoint / Temperature Setpoint / MAIN COOLING COIL 1 OUTLET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LLM does not directly control the actuator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LLM ranks safe candidates generated by deterministic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Invalid or unsafe model output falls back to the deterministic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Streamlit dashboard explains the full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0" indent="0"/>
            <a:endParaRPr lang="en-US" sz="1200" dirty="0"/>
          </a:p>
          <a:p>
            <a:r>
              <a:rPr lang="en-US" sz="2400" b="1" u="sng" dirty="0">
                <a:latin typeface="Arial" pitchFamily="34" charset="0"/>
                <a:cs typeface="Arial" pitchFamily="34" charset="0"/>
              </a:rPr>
              <a:t>What makes this unique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Safe LLM supervision + physics simulation + validation-first closed loop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150950"/>
            <a:ext cx="11460480" cy="13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Pipeline: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EnergyPlus → SensorReader → FeatureExtractor → CandidatePolicyGenerator → NVIDIA NIM → CandidateValidator → PolicyAwareRuleController → SafetyValidator → ActuatorWriter → EnergyPlus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Technologies: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Python, EnergyPlus Runtime API, NVIDIA NIM, Streamlit, pandas, Docker/MCP (optional), CSV telemetry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924" y="2838915"/>
            <a:ext cx="6569000" cy="37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0" name="Feasibility Column"/>
          <p:cNvSpPr txBox="1">
            <a:spLocks noChangeArrowheads="1"/>
          </p:cNvSpPr>
          <p:nvPr/>
        </p:nvSpPr>
        <p:spPr bwMode="auto">
          <a:xfrm>
            <a:off x="170331" y="1300000"/>
            <a:ext cx="36500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1F7A3D"/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endParaRPr lang="en-US" sz="1800" b="1" dirty="0">
              <a:solidFill>
                <a:srgbClr val="1F7A3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isks Column"/>
          <p:cNvSpPr txBox="1">
            <a:spLocks noChangeArrowheads="1"/>
          </p:cNvSpPr>
          <p:nvPr/>
        </p:nvSpPr>
        <p:spPr bwMode="auto">
          <a:xfrm>
            <a:off x="4554580" y="1299999"/>
            <a:ext cx="36500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B03A2E"/>
                </a:solidFill>
                <a:latin typeface="Arial" pitchFamily="34" charset="0"/>
                <a:cs typeface="Arial" pitchFamily="34" charset="0"/>
              </a:rPr>
              <a:t>Risks</a:t>
            </a:r>
          </a:p>
        </p:txBody>
      </p:sp>
      <p:sp>
        <p:nvSpPr>
          <p:cNvPr id="22" name="Mitigation Column"/>
          <p:cNvSpPr txBox="1">
            <a:spLocks noChangeArrowheads="1"/>
          </p:cNvSpPr>
          <p:nvPr/>
        </p:nvSpPr>
        <p:spPr bwMode="auto">
          <a:xfrm>
            <a:off x="8332340" y="1282187"/>
            <a:ext cx="37300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1F4E79"/>
                </a:solidFill>
                <a:latin typeface="Arial" pitchFamily="34" charset="0"/>
                <a:cs typeface="Arial" pitchFamily="34" charset="0"/>
              </a:rPr>
              <a:t>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A9D88-CB8C-DD90-70AF-14AFCF5C5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1" y="1443841"/>
            <a:ext cx="38458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simulation platform for building digital twins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 LLM enables intelligent supervisory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Python Runtime API supports closed-loop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architecture for commercial smart buildings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 allows easy deployment and future extensions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Readily deployable using existing cloud and edge infrastructure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2D277-4CE6-A091-8046-811CF3C2A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6820" y="1469663"/>
            <a:ext cx="33383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Unsafe AI-generated control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energy consumption during peak demand periods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response latency affecting control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adaptation across different building configurations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Maintaining occupant comfort while reducing energy usage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90276D4-7D9A-8654-FC60-C46493A48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580" y="1437842"/>
            <a:ext cx="311523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Deterministic safety validation before every actuator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Bounded candidate-policy selection instead of unrestricted AI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Rule-based fallback for invalid or delayed AI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feedback loop using live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sensor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architecture supporting easy adaptation to different buildings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&amp; References</a:t>
            </a:r>
          </a:p>
        </p:txBody>
      </p:sp>
      <p:sp>
        <p:nvSpPr>
          <p:cNvPr id="17410" name="Artifacts and References"/>
          <p:cNvSpPr txBox="1">
            <a:spLocks noChangeArrowheads="1"/>
          </p:cNvSpPr>
          <p:nvPr/>
        </p:nvSpPr>
        <p:spPr bwMode="auto">
          <a:xfrm>
            <a:off x="365760" y="1150000"/>
            <a:ext cx="570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r>
              <a:rPr lang="en-US" sz="2000" b="1" u="sng" dirty="0">
                <a:solidFill>
                  <a:srgbClr val="1F7A3D"/>
                </a:solidFill>
                <a:latin typeface="Arial" pitchFamily="34" charset="0"/>
                <a:cs typeface="Arial" pitchFamily="34" charset="0"/>
              </a:rPr>
              <a:t>Artifacts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GitHub repository (placeholder link)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Streamlit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Telemetry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One-day smoke-test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Architecture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EnergyPlus simulation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u="sng" dirty="0">
                <a:solidFill>
                  <a:srgbClr val="1F4E79"/>
                </a:solidFill>
                <a:latin typeface="Arial" pitchFamily="34" charset="0"/>
                <a:cs typeface="Arial" pitchFamily="34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EnergyPlus Runtime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NVIDIA NIM hosted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LBNL EnergyPlus MCP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Model Context Protocol</a:t>
            </a:r>
          </a:p>
          <a:p>
            <a:endParaRPr lang="en-US" sz="1400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Dashboard Screensh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150000"/>
            <a:ext cx="5500000" cy="2453000"/>
          </a:xfrm>
          <a:prstGeom prst="rect">
            <a:avLst/>
          </a:prstGeom>
        </p:spPr>
      </p:pic>
      <p:pic>
        <p:nvPicPr>
          <p:cNvPr id="24" name="Dashboard Screensho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3753000"/>
            <a:ext cx="5500000" cy="2453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7677</TotalTime>
  <Words>410</Words>
  <Application>Microsoft Office PowerPoint</Application>
  <PresentationFormat>Widescreen</PresentationFormat>
  <Paragraphs>84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Eco-Loop Building Agents</vt:lpstr>
      <vt:lpstr> Detailed Explanation &amp; Innovation</vt:lpstr>
      <vt:lpstr>TECHNICAL APPROACH</vt:lpstr>
      <vt:lpstr>FEASIBILITY AND VIABILITY</vt:lpstr>
      <vt:lpstr>Artifacts &amp;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Vasanth Krishna</cp:lastModifiedBy>
  <cp:revision>155</cp:revision>
  <dcterms:created xsi:type="dcterms:W3CDTF">2013-12-12T18:46:50Z</dcterms:created>
  <dcterms:modified xsi:type="dcterms:W3CDTF">2026-07-26T18:01:18Z</dcterms:modified>
  <cp:category/>
</cp:coreProperties>
</file>